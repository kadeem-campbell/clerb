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BAU Field Structure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280160"/>
            <a:ext cx="320040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Co-Founder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320040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Operations Director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743200"/>
            <a:ext cx="320040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Operations Managers (7)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474720"/>
            <a:ext cx="320040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GM / AGM (~50)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206240"/>
            <a:ext cx="320040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Shift Leaders (~120)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937759"/>
            <a:ext cx="320040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Baristas (~480)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46304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Purpose</a:t>
            </a:r>
          </a:p>
          <a:p>
            <a:pPr lvl="1"/>
            <a:r>
              <a:t>Runs existing stores.</a:t>
            </a:r>
          </a:p>
          <a:p>
            <a:pPr lvl="1"/>
            <a:r>
              <a:t>Focus on labour control, service standards, and weekly performance.</a:t>
            </a:r>
          </a:p>
          <a:p>
            <a:pPr lvl="1"/>
            <a:r>
              <a:t>Accountability sits with OMs for territory results.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GTM / Launch Structure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280160"/>
            <a:ext cx="320040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Co-Founder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320040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Operations Director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743200"/>
            <a:ext cx="320040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Launch &amp; Expansion Lead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3474720"/>
            <a:ext cx="347472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Field Training Lead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4206240"/>
            <a:ext cx="347472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Supply &amp; Inventory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4937759"/>
            <a:ext cx="347472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Systems / POS Setup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5669279"/>
            <a:ext cx="347472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Property &amp; Facilities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6400799"/>
            <a:ext cx="347472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Recruiting Support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0624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Purpose</a:t>
            </a:r>
          </a:p>
          <a:p>
            <a:pPr lvl="1"/>
            <a:r>
              <a:t>Owns launch plan and readiness gates.</a:t>
            </a:r>
          </a:p>
          <a:p>
            <a:pPr lvl="1"/>
            <a:r>
              <a:t>Controls go-live decision.</a:t>
            </a:r>
          </a:p>
          <a:p>
            <a:pPr lvl="1"/>
            <a:r>
              <a:t>Hands store back to BAU after stabilisation.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Field Role During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Operations Managers (7)</a:t>
            </a:r>
          </a:p>
          <a:p>
            <a:pPr lvl="1"/>
            <a:r>
              <a:t>Deliver launch in territory. Do not own the launch plan.</a:t>
            </a:r>
          </a:p>
          <a:p>
            <a:pPr>
              <a:defRPr sz="1800"/>
            </a:pPr>
            <a:r>
              <a:t>GM / AGM (~50)</a:t>
            </a:r>
          </a:p>
          <a:p>
            <a:pPr lvl="1"/>
            <a:r>
              <a:t>Responsible for staffing, training, and opening week execution.</a:t>
            </a:r>
          </a:p>
          <a:p>
            <a:pPr>
              <a:defRPr sz="1800"/>
            </a:pPr>
            <a:r>
              <a:t>Shift Leaders and Baristas</a:t>
            </a:r>
          </a:p>
          <a:p>
            <a:pPr lvl="1"/>
            <a:r>
              <a:t>Execute standards from day one.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Clear Split Between BAU and GTM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BAU</a:t>
            </a:r>
          </a:p>
          <a:p>
            <a:pPr lvl="1"/>
            <a:r>
              <a:t>Owns ongoing store performance.</a:t>
            </a:r>
          </a:p>
          <a:p>
            <a:pPr>
              <a:defRPr sz="1800"/>
            </a:pPr>
            <a:r>
              <a:t>GTM</a:t>
            </a:r>
          </a:p>
          <a:p>
            <a:pPr lvl="1"/>
            <a:r>
              <a:t>Owns new store openings and major rollouts.</a:t>
            </a:r>
          </a:p>
          <a:p>
            <a:pPr>
              <a:defRPr sz="1800"/>
            </a:pPr>
            <a:r>
              <a:t>Principle</a:t>
            </a:r>
          </a:p>
          <a:p>
            <a:pPr lvl="1"/>
            <a:r>
              <a:t>Running stores and opening stores are different responsibilities. Ownership must reflect that.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