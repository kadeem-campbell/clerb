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Operating Modes for the Field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Co‑Founder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Operations Director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39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Operations Managers (7)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66159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GM / AGM (~50)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97679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Shift Leaders (~120)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199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Baristas (~480)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BAU</a:t>
            </a:r>
          </a:p>
          <a:p>
            <a:pPr lvl="1"/>
            <a:r>
              <a:t>Runs day-to-day store performance, labour, and standards.</a:t>
            </a:r>
          </a:p>
          <a:p>
            <a:pPr>
              <a:defRPr sz="1800"/>
            </a:pPr>
            <a:r>
              <a:t>GTM</a:t>
            </a:r>
          </a:p>
          <a:p>
            <a:pPr lvl="1"/>
            <a:r>
              <a:t>Uses the same structure to open new stores and roll out change, with defined launch ownership and clear handover back into BAU.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Clear Ownership Between BAU and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Operations Director</a:t>
            </a:r>
          </a:p>
          <a:p>
            <a:pPr lvl="1"/>
            <a:r>
              <a:t>Accountable for both BAU performance and launch execution.</a:t>
            </a:r>
          </a:p>
          <a:p>
            <a:pPr>
              <a:defRPr sz="1800"/>
            </a:pPr>
            <a:r>
              <a:t>Launch Lead</a:t>
            </a:r>
          </a:p>
          <a:p>
            <a:pPr lvl="1"/>
            <a:r>
              <a:t>Owns launch plan, readiness gates, go-live decision, and first 30-day stabilisation.</a:t>
            </a:r>
          </a:p>
          <a:p>
            <a:pPr>
              <a:defRPr sz="1800"/>
            </a:pPr>
            <a:r>
              <a:t>Operations Managers</a:t>
            </a:r>
          </a:p>
          <a:p>
            <a:pPr lvl="1"/>
            <a:r>
              <a:t>Support launches in territory and take full ownership once the store moves into BAU.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BAU Cadence</a:t>
            </a:r>
          </a:p>
          <a:p>
            <a:pPr lvl="1"/>
            <a:r>
              <a:t>Daily store huddles, weekly OM reviews, monthly territory review.</a:t>
            </a:r>
          </a:p>
          <a:p>
            <a:pPr>
              <a:defRPr sz="1800"/>
            </a:pPr>
            <a:r>
              <a:t>Launch Cadence</a:t>
            </a:r>
          </a:p>
          <a:p>
            <a:pPr lvl="1"/>
            <a:r>
              <a:t>Defined launch timeline, readiness checklist, formal handover into BAU after stabilisation.</a:t>
            </a:r>
          </a:p>
          <a:p>
            <a:pPr>
              <a:defRPr sz="1800"/>
            </a:pPr>
            <a:r>
              <a:t>Principle</a:t>
            </a:r>
          </a:p>
          <a:p>
            <a:pPr lvl="1"/>
            <a:r>
              <a:t>Keep reporting lines fixed. Separate ownership for running stores and opening stores.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